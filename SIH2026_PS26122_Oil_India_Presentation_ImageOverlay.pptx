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2545"/>
                </a:solidFill>
              </a:defRPr>
            </a:pPr>
            <a:r>
              <a:t>SMART INDIA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_Proposed_So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2545"/>
                </a:solidFill>
              </a:defRPr>
            </a:pPr>
            <a:r>
              <a:t>PROPOSED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_Technical_Approa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2545"/>
                </a:solidFill>
              </a:defRPr>
            </a:pPr>
            <a:r>
              <a:t>TECHNICAL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Feasibility_Viabil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2545"/>
                </a:solidFill>
              </a:defRPr>
            </a:pPr>
            <a:r>
              <a:t>FEASIBILITY AND VIABILITY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_Impact_Benefi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2545"/>
                </a:solidFill>
              </a:defRPr>
            </a:pPr>
            <a:r>
              <a:t>IMPACT AND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_Research_Refer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2545"/>
                </a:solidFill>
              </a:defRPr>
            </a:pPr>
            <a:r>
              <a:t>RESEARCH AND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